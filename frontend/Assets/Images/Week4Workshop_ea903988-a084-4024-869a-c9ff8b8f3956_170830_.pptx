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6.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showSpecialPlsOnTitleSld="0">
  <p:sldMasterIdLst>
    <p:sldMasterId id="2147483648" r:id="rId3"/>
  </p:sldMasterIdLst>
  <p:notesMasterIdLst>
    <p:notesMasterId r:id="rId4"/>
  </p:notesMasterIdLst>
  <p:sldIdLst>
    <p:sldId id="256" r:id="rId5"/>
    <p:sldId id="257" r:id="rId6"/>
    <p:sldId id="258" r:id="rId7"/>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8" roundtripDataSignature="AMtx7miB6HADZXCBPHnrByhfqqPePPE6N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5" name="Google Shape;65;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1" name="Google Shape;71;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0" name="Google Shape;80;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3" name="Shape 23"/>
        <p:cNvGrpSpPr/>
        <p:nvPr/>
      </p:nvGrpSpPr>
      <p:grpSpPr>
        <a:xfrm>
          <a:off x="0" y="0"/>
          <a:ext cx="0" cy="0"/>
          <a:chOff x="0" y="0"/>
          <a:chExt cx="0" cy="0"/>
        </a:xfrm>
      </p:grpSpPr>
      <p:sp>
        <p:nvSpPr>
          <p:cNvPr id="24" name="Google Shape;24;p6"/>
          <p:cNvSpPr txBox="1"/>
          <p:nvPr>
            <p:ph type="ctrTitle"/>
          </p:nvPr>
        </p:nvSpPr>
        <p:spPr>
          <a:xfrm>
            <a:off x="1524000" y="1122362"/>
            <a:ext cx="9144000" cy="2859087"/>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rgbClr val="1F3864"/>
              </a:buClr>
              <a:buSzPts val="6000"/>
              <a:buFont typeface="Calibri"/>
              <a:buNone/>
              <a:defRPr sz="6000">
                <a:solidFill>
                  <a:srgbClr val="1F3864"/>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6"/>
          <p:cNvSpPr txBox="1"/>
          <p:nvPr>
            <p:ph idx="1" type="subTitle"/>
          </p:nvPr>
        </p:nvSpPr>
        <p:spPr>
          <a:xfrm>
            <a:off x="1524000" y="4067174"/>
            <a:ext cx="9144000" cy="1190625"/>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b="0"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pic>
        <p:nvPicPr>
          <p:cNvPr descr="A picture containing drawing, food&#10;&#10;Description automatically generated" id="26" name="Google Shape;26;p6"/>
          <p:cNvPicPr preferRelativeResize="0"/>
          <p:nvPr/>
        </p:nvPicPr>
        <p:blipFill rotWithShape="1">
          <a:blip r:embed="rId2">
            <a:alphaModFix/>
          </a:blip>
          <a:srcRect b="0" l="0" r="0" t="0"/>
          <a:stretch/>
        </p:blipFill>
        <p:spPr>
          <a:xfrm>
            <a:off x="152400" y="228600"/>
            <a:ext cx="645622" cy="539647"/>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27" name="Shape 27"/>
        <p:cNvGrpSpPr/>
        <p:nvPr/>
      </p:nvGrpSpPr>
      <p:grpSpPr>
        <a:xfrm>
          <a:off x="0" y="0"/>
          <a:ext cx="0" cy="0"/>
          <a:chOff x="0" y="0"/>
          <a:chExt cx="0" cy="0"/>
        </a:xfrm>
      </p:grpSpPr>
      <p:sp>
        <p:nvSpPr>
          <p:cNvPr id="28" name="Google Shape;28;p7"/>
          <p:cNvSpPr txBox="1"/>
          <p:nvPr>
            <p:ph idx="1" type="body"/>
          </p:nvPr>
        </p:nvSpPr>
        <p:spPr>
          <a:xfrm>
            <a:off x="178205" y="1727383"/>
            <a:ext cx="11175595" cy="4492441"/>
          </a:xfrm>
          <a:prstGeom prst="rect">
            <a:avLst/>
          </a:prstGeom>
          <a:noFill/>
          <a:ln>
            <a:noFill/>
          </a:ln>
        </p:spPr>
        <p:txBody>
          <a:bodyPr anchorCtr="0" anchor="t" bIns="45700" lIns="91425" spcFirstLastPara="1" rIns="91425" wrap="square" tIns="45700">
            <a:normAutofit/>
          </a:bodyPr>
          <a:lstStyle>
            <a:lvl1pPr indent="-342900" lvl="0" marL="457200" algn="just">
              <a:lnSpc>
                <a:spcPct val="90000"/>
              </a:lnSpc>
              <a:spcBef>
                <a:spcPts val="1000"/>
              </a:spcBef>
              <a:spcAft>
                <a:spcPts val="0"/>
              </a:spcAft>
              <a:buClr>
                <a:schemeClr val="dk1"/>
              </a:buClr>
              <a:buSzPts val="1800"/>
              <a:buChar char="•"/>
              <a:defRPr sz="1800"/>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17500" lvl="3" marL="1828800" algn="l">
              <a:lnSpc>
                <a:spcPct val="90000"/>
              </a:lnSpc>
              <a:spcBef>
                <a:spcPts val="500"/>
              </a:spcBef>
              <a:spcAft>
                <a:spcPts val="0"/>
              </a:spcAft>
              <a:buClr>
                <a:schemeClr val="dk1"/>
              </a:buClr>
              <a:buSzPts val="1400"/>
              <a:buChar char="•"/>
              <a:defRPr sz="1400"/>
            </a:lvl4pPr>
            <a:lvl5pPr indent="-304800" lvl="4" marL="2286000" algn="l">
              <a:lnSpc>
                <a:spcPct val="90000"/>
              </a:lnSpc>
              <a:spcBef>
                <a:spcPts val="500"/>
              </a:spcBef>
              <a:spcAft>
                <a:spcPts val="0"/>
              </a:spcAft>
              <a:buClr>
                <a:schemeClr val="dk1"/>
              </a:buClr>
              <a:buSzPts val="1200"/>
              <a:buChar char="•"/>
              <a:defRPr sz="12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9" name="Google Shape;29;p7"/>
          <p:cNvSpPr txBox="1"/>
          <p:nvPr>
            <p:ph type="title"/>
          </p:nvPr>
        </p:nvSpPr>
        <p:spPr>
          <a:xfrm>
            <a:off x="173564" y="250888"/>
            <a:ext cx="11180236" cy="1325563"/>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1F3864"/>
              </a:buClr>
              <a:buSzPts val="4400"/>
              <a:buFont typeface="Calibri"/>
              <a:buNone/>
              <a:defRPr>
                <a:solidFill>
                  <a:srgbClr val="1F3864"/>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7"/>
          <p:cNvSpPr txBox="1"/>
          <p:nvPr>
            <p:ph idx="10" type="dt"/>
          </p:nvPr>
        </p:nvSpPr>
        <p:spPr>
          <a:xfrm>
            <a:off x="9155017" y="6366984"/>
            <a:ext cx="1342467"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7"/>
          <p:cNvSpPr txBox="1"/>
          <p:nvPr>
            <p:ph idx="11" type="ftr"/>
          </p:nvPr>
        </p:nvSpPr>
        <p:spPr>
          <a:xfrm>
            <a:off x="3170317" y="6356350"/>
            <a:ext cx="5731974"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7"/>
          <p:cNvSpPr txBox="1"/>
          <p:nvPr>
            <p:ph idx="12" type="sldNum"/>
          </p:nvPr>
        </p:nvSpPr>
        <p:spPr>
          <a:xfrm>
            <a:off x="10668000" y="6356350"/>
            <a:ext cx="685799"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r>
              <a:rPr lang="en-US"/>
              <a:t>|   </a:t>
            </a:r>
            <a:fld id="{00000000-1234-1234-1234-123412341234}" type="slidenum">
              <a:rPr lang="en-US"/>
              <a:t>‹#›</a:t>
            </a:fld>
            <a:endParaRPr/>
          </a:p>
        </p:txBody>
      </p:sp>
      <p:pic>
        <p:nvPicPr>
          <p:cNvPr id="33" name="Google Shape;33;p7"/>
          <p:cNvPicPr preferRelativeResize="0"/>
          <p:nvPr/>
        </p:nvPicPr>
        <p:blipFill rotWithShape="1">
          <a:blip r:embed="rId2">
            <a:alphaModFix/>
          </a:blip>
          <a:srcRect b="0" l="0" r="0" t="0"/>
          <a:stretch/>
        </p:blipFill>
        <p:spPr>
          <a:xfrm>
            <a:off x="-84773" y="1558155"/>
            <a:ext cx="4723448" cy="62562"/>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4" name="Shape 34"/>
        <p:cNvGrpSpPr/>
        <p:nvPr/>
      </p:nvGrpSpPr>
      <p:grpSpPr>
        <a:xfrm>
          <a:off x="0" y="0"/>
          <a:ext cx="0" cy="0"/>
          <a:chOff x="0" y="0"/>
          <a:chExt cx="0" cy="0"/>
        </a:xfrm>
      </p:grpSpPr>
      <p:sp>
        <p:nvSpPr>
          <p:cNvPr id="35" name="Google Shape;35;p8"/>
          <p:cNvSpPr txBox="1"/>
          <p:nvPr>
            <p:ph type="title"/>
          </p:nvPr>
        </p:nvSpPr>
        <p:spPr>
          <a:xfrm>
            <a:off x="173564" y="250888"/>
            <a:ext cx="11180236" cy="1325563"/>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8"/>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 name="Google Shape;37;p8"/>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8" name="Google Shape;38;p8"/>
          <p:cNvSpPr txBox="1"/>
          <p:nvPr>
            <p:ph idx="10" type="dt"/>
          </p:nvPr>
        </p:nvSpPr>
        <p:spPr>
          <a:xfrm>
            <a:off x="9155017" y="6366984"/>
            <a:ext cx="1342467"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8"/>
          <p:cNvSpPr txBox="1"/>
          <p:nvPr>
            <p:ph idx="11" type="ftr"/>
          </p:nvPr>
        </p:nvSpPr>
        <p:spPr>
          <a:xfrm>
            <a:off x="3170317" y="6356350"/>
            <a:ext cx="5731974"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0" name="Google Shape;40;p8"/>
          <p:cNvSpPr txBox="1"/>
          <p:nvPr>
            <p:ph idx="12" type="sldNum"/>
          </p:nvPr>
        </p:nvSpPr>
        <p:spPr>
          <a:xfrm>
            <a:off x="10668000" y="6356350"/>
            <a:ext cx="685799"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pic>
        <p:nvPicPr>
          <p:cNvPr id="41" name="Google Shape;41;p8"/>
          <p:cNvPicPr preferRelativeResize="0"/>
          <p:nvPr/>
        </p:nvPicPr>
        <p:blipFill rotWithShape="1">
          <a:blip r:embed="rId2">
            <a:alphaModFix/>
          </a:blip>
          <a:srcRect b="0" l="0" r="0" t="0"/>
          <a:stretch/>
        </p:blipFill>
        <p:spPr>
          <a:xfrm>
            <a:off x="-84773" y="1558155"/>
            <a:ext cx="4723448" cy="62562"/>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2" name="Shape 42"/>
        <p:cNvGrpSpPr/>
        <p:nvPr/>
      </p:nvGrpSpPr>
      <p:grpSpPr>
        <a:xfrm>
          <a:off x="0" y="0"/>
          <a:ext cx="0" cy="0"/>
          <a:chOff x="0" y="0"/>
          <a:chExt cx="0" cy="0"/>
        </a:xfrm>
      </p:grpSpPr>
      <p:sp>
        <p:nvSpPr>
          <p:cNvPr id="43" name="Google Shape;43;p9"/>
          <p:cNvSpPr txBox="1"/>
          <p:nvPr>
            <p:ph type="title"/>
          </p:nvPr>
        </p:nvSpPr>
        <p:spPr>
          <a:xfrm>
            <a:off x="839788" y="365125"/>
            <a:ext cx="10515600" cy="1325563"/>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9"/>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5" name="Google Shape;45;p9"/>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6" name="Google Shape;46;p9"/>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7" name="Google Shape;47;p9"/>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8" name="Google Shape;48;p9"/>
          <p:cNvSpPr txBox="1"/>
          <p:nvPr>
            <p:ph idx="10" type="dt"/>
          </p:nvPr>
        </p:nvSpPr>
        <p:spPr>
          <a:xfrm>
            <a:off x="9155017" y="6366984"/>
            <a:ext cx="1342467"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p9"/>
          <p:cNvSpPr txBox="1"/>
          <p:nvPr>
            <p:ph idx="11" type="ftr"/>
          </p:nvPr>
        </p:nvSpPr>
        <p:spPr>
          <a:xfrm>
            <a:off x="3170317" y="6356350"/>
            <a:ext cx="5731974"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0" name="Google Shape;50;p9"/>
          <p:cNvSpPr txBox="1"/>
          <p:nvPr>
            <p:ph idx="12" type="sldNum"/>
          </p:nvPr>
        </p:nvSpPr>
        <p:spPr>
          <a:xfrm>
            <a:off x="10668000" y="6356350"/>
            <a:ext cx="685799"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pic>
        <p:nvPicPr>
          <p:cNvPr id="51" name="Google Shape;51;p9"/>
          <p:cNvPicPr preferRelativeResize="0"/>
          <p:nvPr/>
        </p:nvPicPr>
        <p:blipFill rotWithShape="1">
          <a:blip r:embed="rId2">
            <a:alphaModFix/>
          </a:blip>
          <a:srcRect b="0" l="0" r="0" t="0"/>
          <a:stretch/>
        </p:blipFill>
        <p:spPr>
          <a:xfrm>
            <a:off x="-84773" y="1618601"/>
            <a:ext cx="4723448" cy="62562"/>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2" name="Shape 52"/>
        <p:cNvGrpSpPr/>
        <p:nvPr/>
      </p:nvGrpSpPr>
      <p:grpSpPr>
        <a:xfrm>
          <a:off x="0" y="0"/>
          <a:ext cx="0" cy="0"/>
          <a:chOff x="0" y="0"/>
          <a:chExt cx="0" cy="0"/>
        </a:xfrm>
      </p:grpSpPr>
      <p:sp>
        <p:nvSpPr>
          <p:cNvPr id="53" name="Google Shape;53;p10"/>
          <p:cNvSpPr txBox="1"/>
          <p:nvPr>
            <p:ph type="title"/>
          </p:nvPr>
        </p:nvSpPr>
        <p:spPr>
          <a:xfrm>
            <a:off x="173564" y="250888"/>
            <a:ext cx="11180236" cy="1325563"/>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4" name="Google Shape;54;p10"/>
          <p:cNvSpPr txBox="1"/>
          <p:nvPr>
            <p:ph idx="10" type="dt"/>
          </p:nvPr>
        </p:nvSpPr>
        <p:spPr>
          <a:xfrm>
            <a:off x="9155017" y="6366984"/>
            <a:ext cx="1342467"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10"/>
          <p:cNvSpPr txBox="1"/>
          <p:nvPr>
            <p:ph idx="11" type="ftr"/>
          </p:nvPr>
        </p:nvSpPr>
        <p:spPr>
          <a:xfrm>
            <a:off x="3170317" y="6356350"/>
            <a:ext cx="5731974"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10"/>
          <p:cNvSpPr txBox="1"/>
          <p:nvPr>
            <p:ph idx="12" type="sldNum"/>
          </p:nvPr>
        </p:nvSpPr>
        <p:spPr>
          <a:xfrm>
            <a:off x="10668000" y="6356350"/>
            <a:ext cx="685799"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pic>
        <p:nvPicPr>
          <p:cNvPr id="57" name="Google Shape;57;p10"/>
          <p:cNvPicPr preferRelativeResize="0"/>
          <p:nvPr/>
        </p:nvPicPr>
        <p:blipFill rotWithShape="1">
          <a:blip r:embed="rId2">
            <a:alphaModFix/>
          </a:blip>
          <a:srcRect b="0" l="0" r="0" t="0"/>
          <a:stretch/>
        </p:blipFill>
        <p:spPr>
          <a:xfrm>
            <a:off x="-84773" y="1558155"/>
            <a:ext cx="4723448" cy="62562"/>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8" name="Shape 58"/>
        <p:cNvGrpSpPr/>
        <p:nvPr/>
      </p:nvGrpSpPr>
      <p:grpSpPr>
        <a:xfrm>
          <a:off x="0" y="0"/>
          <a:ext cx="0" cy="0"/>
          <a:chOff x="0" y="0"/>
          <a:chExt cx="0" cy="0"/>
        </a:xfrm>
      </p:grpSpPr>
      <p:sp>
        <p:nvSpPr>
          <p:cNvPr id="59" name="Google Shape;59;p11"/>
          <p:cNvSpPr txBox="1"/>
          <p:nvPr>
            <p:ph idx="10" type="dt"/>
          </p:nvPr>
        </p:nvSpPr>
        <p:spPr>
          <a:xfrm>
            <a:off x="9155017" y="6366984"/>
            <a:ext cx="1342467"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11"/>
          <p:cNvSpPr txBox="1"/>
          <p:nvPr>
            <p:ph idx="11" type="ftr"/>
          </p:nvPr>
        </p:nvSpPr>
        <p:spPr>
          <a:xfrm>
            <a:off x="3170317" y="6356350"/>
            <a:ext cx="5731974"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1" name="Google Shape;61;p11"/>
          <p:cNvSpPr txBox="1"/>
          <p:nvPr>
            <p:ph idx="12" type="sldNum"/>
          </p:nvPr>
        </p:nvSpPr>
        <p:spPr>
          <a:xfrm>
            <a:off x="10668000" y="6356350"/>
            <a:ext cx="685799"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pic>
        <p:nvPicPr>
          <p:cNvPr id="62" name="Google Shape;62;p11"/>
          <p:cNvPicPr preferRelativeResize="0"/>
          <p:nvPr/>
        </p:nvPicPr>
        <p:blipFill rotWithShape="1">
          <a:blip r:embed="rId2">
            <a:alphaModFix/>
          </a:blip>
          <a:srcRect b="0" l="0" r="0" t="0"/>
          <a:stretch/>
        </p:blipFill>
        <p:spPr>
          <a:xfrm>
            <a:off x="-84773" y="1558155"/>
            <a:ext cx="4723448" cy="62562"/>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2.jpg"/><Relationship Id="rId2" Type="http://schemas.openxmlformats.org/officeDocument/2006/relationships/image" Target="../media/image3.png"/><Relationship Id="rId3" Type="http://schemas.openxmlformats.org/officeDocument/2006/relationships/image" Target="../media/image7.png"/><Relationship Id="rId4" Type="http://schemas.openxmlformats.org/officeDocument/2006/relationships/image" Target="../media/image1.png"/><Relationship Id="rId11" Type="http://schemas.openxmlformats.org/officeDocument/2006/relationships/theme" Target="../theme/theme1.xml"/><Relationship Id="rId10" Type="http://schemas.openxmlformats.org/officeDocument/2006/relationships/slideLayout" Target="../slideLayouts/slideLayout6.xml"/><Relationship Id="rId9" Type="http://schemas.openxmlformats.org/officeDocument/2006/relationships/slideLayout" Target="../slideLayouts/slideLayout5.xml"/><Relationship Id="rId5" Type="http://schemas.openxmlformats.org/officeDocument/2006/relationships/slideLayout" Target="../slideLayouts/slideLayout1.xml"/><Relationship Id="rId6" Type="http://schemas.openxmlformats.org/officeDocument/2006/relationships/slideLayout" Target="../slideLayouts/slideLayout2.xml"/><Relationship Id="rId7" Type="http://schemas.openxmlformats.org/officeDocument/2006/relationships/slideLayout" Target="../slideLayouts/slideLayout3.xml"/><Relationship Id="rId8"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pic>
        <p:nvPicPr>
          <p:cNvPr descr="A picture containing street, person, riding, lamp&#10;&#10;Description automatically generated" id="10" name="Google Shape;10;p5"/>
          <p:cNvPicPr preferRelativeResize="0"/>
          <p:nvPr/>
        </p:nvPicPr>
        <p:blipFill rotWithShape="1">
          <a:blip r:embed="rId1">
            <a:alphaModFix/>
          </a:blip>
          <a:srcRect b="7813" l="0" r="0" t="7812"/>
          <a:stretch/>
        </p:blipFill>
        <p:spPr>
          <a:xfrm>
            <a:off x="0" y="1714"/>
            <a:ext cx="12188952" cy="6856286"/>
          </a:xfrm>
          <a:prstGeom prst="rect">
            <a:avLst/>
          </a:prstGeom>
          <a:noFill/>
          <a:ln>
            <a:noFill/>
          </a:ln>
        </p:spPr>
      </p:pic>
      <p:sp>
        <p:nvSpPr>
          <p:cNvPr id="11" name="Google Shape;11;p5"/>
          <p:cNvSpPr/>
          <p:nvPr/>
        </p:nvSpPr>
        <p:spPr>
          <a:xfrm>
            <a:off x="-82210" y="-1714"/>
            <a:ext cx="12103694" cy="6859714"/>
          </a:xfrm>
          <a:prstGeom prst="rect">
            <a:avLst/>
          </a:prstGeom>
          <a:gradFill>
            <a:gsLst>
              <a:gs pos="0">
                <a:srgbClr val="FFFFFF">
                  <a:alpha val="0"/>
                </a:srgbClr>
              </a:gs>
              <a:gs pos="17000">
                <a:srgbClr val="FFFFFF">
                  <a:alpha val="9019"/>
                </a:srgbClr>
              </a:gs>
              <a:gs pos="80000">
                <a:srgbClr val="FFFFFF">
                  <a:alpha val="83921"/>
                </a:srgbClr>
              </a:gs>
              <a:gs pos="100000">
                <a:srgbClr val="FFFFFF">
                  <a:alpha val="83921"/>
                </a:srgbClr>
              </a:gs>
            </a:gsLst>
            <a:lin ang="10800000" scaled="0"/>
          </a:gra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2" name="Google Shape;12;p5"/>
          <p:cNvSpPr txBox="1"/>
          <p:nvPr>
            <p:ph type="title"/>
          </p:nvPr>
        </p:nvSpPr>
        <p:spPr>
          <a:xfrm>
            <a:off x="173564" y="250888"/>
            <a:ext cx="11180236" cy="1325563"/>
          </a:xfrm>
          <a:prstGeom prst="rect">
            <a:avLst/>
          </a:prstGeom>
          <a:noFill/>
          <a:ln>
            <a:noFill/>
          </a:ln>
        </p:spPr>
        <p:txBody>
          <a:bodyPr anchorCtr="0" anchor="b"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1"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3" name="Google Shape;13;p5"/>
          <p:cNvSpPr txBox="1"/>
          <p:nvPr>
            <p:ph idx="1" type="body"/>
          </p:nvPr>
        </p:nvSpPr>
        <p:spPr>
          <a:xfrm>
            <a:off x="178205" y="1727383"/>
            <a:ext cx="11175595" cy="4492441"/>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4" name="Google Shape;14;p5"/>
          <p:cNvSpPr txBox="1"/>
          <p:nvPr>
            <p:ph idx="10" type="dt"/>
          </p:nvPr>
        </p:nvSpPr>
        <p:spPr>
          <a:xfrm>
            <a:off x="9155017" y="6366984"/>
            <a:ext cx="1342467"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5" name="Google Shape;15;p5"/>
          <p:cNvSpPr txBox="1"/>
          <p:nvPr>
            <p:ph idx="11" type="ftr"/>
          </p:nvPr>
        </p:nvSpPr>
        <p:spPr>
          <a:xfrm>
            <a:off x="3170317" y="6356350"/>
            <a:ext cx="5731974"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6" name="Google Shape;16;p5"/>
          <p:cNvSpPr txBox="1"/>
          <p:nvPr>
            <p:ph idx="12" type="sldNum"/>
          </p:nvPr>
        </p:nvSpPr>
        <p:spPr>
          <a:xfrm>
            <a:off x="10668000" y="6356350"/>
            <a:ext cx="685799"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r>
              <a:rPr lang="en-US"/>
              <a:t>|   </a:t>
            </a:r>
            <a:fld id="{00000000-1234-1234-1234-123412341234}" type="slidenum">
              <a:rPr lang="en-US"/>
              <a:t>‹#›</a:t>
            </a:fld>
            <a:endParaRPr/>
          </a:p>
        </p:txBody>
      </p:sp>
      <p:grpSp>
        <p:nvGrpSpPr>
          <p:cNvPr id="17" name="Google Shape;17;p5"/>
          <p:cNvGrpSpPr/>
          <p:nvPr/>
        </p:nvGrpSpPr>
        <p:grpSpPr>
          <a:xfrm>
            <a:off x="12021484" y="-1714"/>
            <a:ext cx="167468" cy="6858000"/>
            <a:chOff x="12021484" y="-1714"/>
            <a:chExt cx="167468" cy="6858000"/>
          </a:xfrm>
        </p:grpSpPr>
        <p:sp>
          <p:nvSpPr>
            <p:cNvPr id="18" name="Google Shape;18;p5"/>
            <p:cNvSpPr/>
            <p:nvPr/>
          </p:nvSpPr>
          <p:spPr>
            <a:xfrm>
              <a:off x="12106742" y="-1714"/>
              <a:ext cx="82210" cy="6858000"/>
            </a:xfrm>
            <a:prstGeom prst="rect">
              <a:avLst/>
            </a:prstGeom>
            <a:solidFill>
              <a:srgbClr val="232D82"/>
            </a:solidFill>
            <a:ln cap="flat" cmpd="sng" w="12700">
              <a:solidFill>
                <a:srgbClr val="232D8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9" name="Google Shape;19;p5"/>
            <p:cNvSpPr/>
            <p:nvPr/>
          </p:nvSpPr>
          <p:spPr>
            <a:xfrm>
              <a:off x="12021484" y="-1714"/>
              <a:ext cx="82210" cy="6858000"/>
            </a:xfrm>
            <a:prstGeom prst="rect">
              <a:avLst/>
            </a:prstGeom>
            <a:solidFill>
              <a:srgbClr val="DA1820"/>
            </a:solidFill>
            <a:ln cap="flat" cmpd="sng" w="12700">
              <a:solidFill>
                <a:srgbClr val="DA182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pic>
        <p:nvPicPr>
          <p:cNvPr descr="A picture containing drawing&#10;&#10;Description automatically generated" id="20" name="Google Shape;20;p5"/>
          <p:cNvPicPr preferRelativeResize="0"/>
          <p:nvPr/>
        </p:nvPicPr>
        <p:blipFill rotWithShape="1">
          <a:blip r:embed="rId2">
            <a:alphaModFix/>
          </a:blip>
          <a:srcRect b="0" l="0" r="0" t="0"/>
          <a:stretch/>
        </p:blipFill>
        <p:spPr>
          <a:xfrm>
            <a:off x="173564" y="6341526"/>
            <a:ext cx="464545" cy="456971"/>
          </a:xfrm>
          <a:prstGeom prst="rect">
            <a:avLst/>
          </a:prstGeom>
          <a:noFill/>
          <a:ln>
            <a:noFill/>
          </a:ln>
        </p:spPr>
      </p:pic>
      <p:pic>
        <p:nvPicPr>
          <p:cNvPr descr="A picture containing drawing&#10;&#10;Description automatically generated" id="21" name="Google Shape;21;p5"/>
          <p:cNvPicPr preferRelativeResize="0"/>
          <p:nvPr/>
        </p:nvPicPr>
        <p:blipFill rotWithShape="1">
          <a:blip r:embed="rId3">
            <a:alphaModFix/>
          </a:blip>
          <a:srcRect b="0" l="0" r="0" t="0"/>
          <a:stretch/>
        </p:blipFill>
        <p:spPr>
          <a:xfrm>
            <a:off x="808625" y="6326116"/>
            <a:ext cx="1152377" cy="335187"/>
          </a:xfrm>
          <a:prstGeom prst="rect">
            <a:avLst/>
          </a:prstGeom>
          <a:noFill/>
          <a:ln>
            <a:noFill/>
          </a:ln>
        </p:spPr>
      </p:pic>
      <p:pic>
        <p:nvPicPr>
          <p:cNvPr descr="A close up of a sign&#10;&#10;Description automatically generated" id="22" name="Google Shape;22;p5"/>
          <p:cNvPicPr preferRelativeResize="0"/>
          <p:nvPr/>
        </p:nvPicPr>
        <p:blipFill rotWithShape="1">
          <a:blip r:embed="rId4">
            <a:alphaModFix/>
          </a:blip>
          <a:srcRect b="0" l="0" r="0" t="0"/>
          <a:stretch/>
        </p:blipFill>
        <p:spPr>
          <a:xfrm>
            <a:off x="2132101" y="6341526"/>
            <a:ext cx="867700" cy="357073"/>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5"/>
    <p:sldLayoutId id="2147483650" r:id="rId6"/>
    <p:sldLayoutId id="2147483651" r:id="rId7"/>
    <p:sldLayoutId id="2147483652" r:id="rId8"/>
    <p:sldLayoutId id="2147483653" r:id="rId9"/>
    <p:sldLayoutId id="2147483654" r:id="rId10"/>
  </p:sldLayoutIdLst>
  <mc:AlternateContent>
    <mc:Choice Requires="p14">
      <p:transition spd="slow" p14:dur="700">
        <p:fade/>
      </p:transition>
    </mc:Choice>
    <mc:Fallback>
      <p:transition spd="slow">
        <p:fade/>
      </p:transition>
    </mc:Fallback>
  </mc:AlternateConten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72">
          <p15:clr>
            <a:srgbClr val="F26B43"/>
          </p15:clr>
        </p15:guide>
        <p15:guide id="2" pos="7152">
          <p15:clr>
            <a:srgbClr val="F26B43"/>
          </p15:clr>
        </p15:guide>
        <p15:guide id="3" orient="horz" pos="4248">
          <p15:clr>
            <a:srgbClr val="F26B43"/>
          </p15:clr>
        </p15:guide>
        <p15:guide id="4" pos="72">
          <p15:clr>
            <a:srgbClr val="F26B43"/>
          </p15:clr>
        </p15:guide>
        <p15:guide id="5" pos="96">
          <p15:clr>
            <a:srgbClr val="F26B43"/>
          </p15:clr>
        </p15:guide>
        <p15:guide id="6" orient="horz" pos="144">
          <p15:clr>
            <a:srgbClr val="F26B43"/>
          </p15:clr>
        </p15:guide>
        <p15:guide id="7" orient="horz" pos="1008">
          <p15:clr>
            <a:srgbClr val="F26B43"/>
          </p15:clr>
        </p15:guide>
        <p15:guide id="8" orient="horz" pos="1080">
          <p15:clr>
            <a:srgbClr val="F26B43"/>
          </p15:clr>
        </p15:guide>
        <p15:guide id="9" orient="horz" pos="3912">
          <p15:clr>
            <a:srgbClr val="F26B43"/>
          </p15:clr>
        </p15:guide>
        <p15:guide id="10" pos="6720">
          <p15:clr>
            <a:srgbClr val="F26B43"/>
          </p15:clr>
        </p15:guide>
        <p15:guide id="11" pos="6624">
          <p15:clr>
            <a:srgbClr val="F26B43"/>
          </p15:clr>
        </p15:guide>
        <p15:guide id="12" pos="5904">
          <p15:clr>
            <a:srgbClr val="F26B43"/>
          </p15:clr>
        </p15:guide>
        <p15:guide id="13" orient="horz" pos="3984">
          <p15:clr>
            <a:srgbClr val="F26B43"/>
          </p15:clr>
        </p15:guide>
        <p15:guide id="14" pos="576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1"/>
          <p:cNvSpPr txBox="1"/>
          <p:nvPr>
            <p:ph type="ctrTitle"/>
          </p:nvPr>
        </p:nvSpPr>
        <p:spPr>
          <a:xfrm>
            <a:off x="1524000" y="1731962"/>
            <a:ext cx="9144000" cy="2859000"/>
          </a:xfrm>
          <a:prstGeom prst="rect">
            <a:avLst/>
          </a:prstGeom>
          <a:noFill/>
          <a:ln>
            <a:noFill/>
          </a:ln>
        </p:spPr>
        <p:txBody>
          <a:bodyPr anchorCtr="0" anchor="b" bIns="45700" lIns="91425" spcFirstLastPara="1" rIns="91425" wrap="square" tIns="45700">
            <a:normAutofit fontScale="90000"/>
          </a:bodyPr>
          <a:lstStyle/>
          <a:p>
            <a:pPr indent="0" lvl="0" marL="0" rtl="0" algn="ctr">
              <a:lnSpc>
                <a:spcPct val="90000"/>
              </a:lnSpc>
              <a:spcBef>
                <a:spcPts val="0"/>
              </a:spcBef>
              <a:spcAft>
                <a:spcPts val="0"/>
              </a:spcAft>
              <a:buClr>
                <a:srgbClr val="1F3864"/>
              </a:buClr>
              <a:buSzPct val="100000"/>
              <a:buFont typeface="Calibri"/>
              <a:buNone/>
            </a:pPr>
            <a:r>
              <a:rPr lang="en-US"/>
              <a:t>Module </a:t>
            </a:r>
            <a:r>
              <a:rPr lang="en-US"/>
              <a:t>CS5071NT </a:t>
            </a:r>
            <a:endParaRPr/>
          </a:p>
          <a:p>
            <a:pPr indent="0" lvl="0" marL="0" rtl="0" algn="ctr">
              <a:lnSpc>
                <a:spcPct val="90000"/>
              </a:lnSpc>
              <a:spcBef>
                <a:spcPts val="0"/>
              </a:spcBef>
              <a:spcAft>
                <a:spcPts val="0"/>
              </a:spcAft>
              <a:buClr>
                <a:srgbClr val="1F3864"/>
              </a:buClr>
              <a:buSzPct val="100000"/>
              <a:buFont typeface="Calibri"/>
              <a:buNone/>
            </a:pPr>
            <a:r>
              <a:rPr lang="en-US"/>
              <a:t>Professional and Ethical Issues</a:t>
            </a:r>
            <a:endParaRPr/>
          </a:p>
          <a:p>
            <a:pPr indent="0" lvl="0" marL="0" rtl="0" algn="ctr">
              <a:lnSpc>
                <a:spcPct val="90000"/>
              </a:lnSpc>
              <a:spcBef>
                <a:spcPts val="0"/>
              </a:spcBef>
              <a:spcAft>
                <a:spcPts val="0"/>
              </a:spcAft>
              <a:buClr>
                <a:srgbClr val="1F3864"/>
              </a:buClr>
              <a:buSzPct val="100000"/>
              <a:buFont typeface="Calibri"/>
              <a:buNone/>
            </a:pPr>
            <a:r>
              <a:t/>
            </a:r>
            <a:endParaRPr/>
          </a:p>
          <a:p>
            <a:pPr indent="0" lvl="0" marL="0" rtl="0" algn="ctr">
              <a:lnSpc>
                <a:spcPct val="90000"/>
              </a:lnSpc>
              <a:spcBef>
                <a:spcPts val="0"/>
              </a:spcBef>
              <a:spcAft>
                <a:spcPts val="0"/>
              </a:spcAft>
              <a:buClr>
                <a:srgbClr val="1F3864"/>
              </a:buClr>
              <a:buSzPct val="100000"/>
              <a:buFont typeface="Calibri"/>
              <a:buNone/>
            </a:pPr>
            <a:r>
              <a:rPr lang="en-US"/>
              <a:t>Workshop </a:t>
            </a:r>
            <a:endParaRPr/>
          </a:p>
        </p:txBody>
      </p:sp>
      <p:sp>
        <p:nvSpPr>
          <p:cNvPr id="68" name="Google Shape;68;p1"/>
          <p:cNvSpPr txBox="1"/>
          <p:nvPr>
            <p:ph idx="1" type="subTitle"/>
          </p:nvPr>
        </p:nvSpPr>
        <p:spPr>
          <a:xfrm>
            <a:off x="1524000" y="4752974"/>
            <a:ext cx="9144000" cy="11907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2400"/>
              <a:buNone/>
            </a:pPr>
            <a:r>
              <a:rPr lang="en-US"/>
              <a:t>Week 4</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sp>
        <p:nvSpPr>
          <p:cNvPr id="73" name="Google Shape;73;p2"/>
          <p:cNvSpPr txBox="1"/>
          <p:nvPr>
            <p:ph idx="1" type="body"/>
          </p:nvPr>
        </p:nvSpPr>
        <p:spPr>
          <a:xfrm>
            <a:off x="178205" y="1727383"/>
            <a:ext cx="11175595" cy="4492441"/>
          </a:xfrm>
          <a:prstGeom prst="rect">
            <a:avLst/>
          </a:prstGeom>
          <a:noFill/>
          <a:ln>
            <a:noFill/>
          </a:ln>
        </p:spPr>
        <p:txBody>
          <a:bodyPr anchorCtr="0" anchor="t" bIns="45700" lIns="91425" spcFirstLastPara="1" rIns="91425" wrap="square" tIns="45700">
            <a:noAutofit/>
          </a:bodyPr>
          <a:lstStyle/>
          <a:p>
            <a:pPr indent="-342900" lvl="0" marL="457200" marR="0" rtl="0" algn="just">
              <a:lnSpc>
                <a:spcPct val="150000"/>
              </a:lnSpc>
              <a:spcBef>
                <a:spcPts val="0"/>
              </a:spcBef>
              <a:spcAft>
                <a:spcPts val="0"/>
              </a:spcAft>
              <a:buSzPts val="1800"/>
              <a:buAutoNum type="arabicPeriod"/>
            </a:pPr>
            <a:r>
              <a:rPr lang="en-US">
                <a:latin typeface="Calibri"/>
                <a:ea typeface="Calibri"/>
                <a:cs typeface="Calibri"/>
                <a:sym typeface="Calibri"/>
              </a:rPr>
              <a:t>Your team is working on a computer-controlled device for treating cancerous tumors”. You are behind schedule, the release date of the device to your customers</a:t>
            </a:r>
            <a:r>
              <a:rPr lang="en-US"/>
              <a:t> i</a:t>
            </a:r>
            <a:r>
              <a:rPr lang="en-US">
                <a:latin typeface="Calibri"/>
                <a:ea typeface="Calibri"/>
                <a:cs typeface="Calibri"/>
                <a:sym typeface="Calibri"/>
              </a:rPr>
              <a:t>s rapidly approaching and there is not enough time to complete the planned testing. Should you release or continue testing? </a:t>
            </a:r>
            <a:r>
              <a:rPr lang="en-US"/>
              <a:t>F</a:t>
            </a:r>
            <a:r>
              <a:rPr lang="en-US">
                <a:latin typeface="Calibri"/>
                <a:ea typeface="Calibri"/>
                <a:cs typeface="Calibri"/>
                <a:sym typeface="Calibri"/>
              </a:rPr>
              <a:t>ollow the methodology to analyze difficult scenario and </a:t>
            </a:r>
            <a:r>
              <a:rPr lang="en-US"/>
              <a:t>t</a:t>
            </a:r>
            <a:r>
              <a:rPr lang="en-US">
                <a:latin typeface="Calibri"/>
                <a:ea typeface="Calibri"/>
                <a:cs typeface="Calibri"/>
                <a:sym typeface="Calibri"/>
              </a:rPr>
              <a:t>aking ethical decisions discussed at the beginning of the tutorial, i.e. the brain storming phase followed by the analysis phase.</a:t>
            </a:r>
            <a:endParaRPr>
              <a:latin typeface="Calibri"/>
              <a:ea typeface="Calibri"/>
              <a:cs typeface="Calibri"/>
              <a:sym typeface="Calibri"/>
            </a:endParaRPr>
          </a:p>
          <a:p>
            <a:pPr indent="0" lvl="0" marL="457200" marR="0" rtl="0" algn="just">
              <a:lnSpc>
                <a:spcPct val="150000"/>
              </a:lnSpc>
              <a:spcBef>
                <a:spcPts val="0"/>
              </a:spcBef>
              <a:spcAft>
                <a:spcPts val="0"/>
              </a:spcAft>
              <a:buNone/>
            </a:pPr>
            <a:r>
              <a:t/>
            </a:r>
            <a:endParaRPr/>
          </a:p>
          <a:p>
            <a:pPr indent="-342900" lvl="0" marL="457200" marR="0" rtl="0" algn="just">
              <a:lnSpc>
                <a:spcPct val="150000"/>
              </a:lnSpc>
              <a:spcBef>
                <a:spcPts val="0"/>
              </a:spcBef>
              <a:spcAft>
                <a:spcPts val="0"/>
              </a:spcAft>
              <a:buSzPts val="1800"/>
              <a:buAutoNum type="arabicPeriod"/>
            </a:pPr>
            <a:r>
              <a:rPr lang="en-US">
                <a:latin typeface="Calibri"/>
                <a:ea typeface="Calibri"/>
                <a:cs typeface="Calibri"/>
                <a:sym typeface="Calibri"/>
              </a:rPr>
              <a:t>Suppose a business must choose between maximizing profits and exploiting workers or investing in ethical practices that may reduce profits. Does business ethics prioritize profit or does it demand that the business act in a socially responsible manner? </a:t>
            </a:r>
            <a:r>
              <a:rPr lang="en-US"/>
              <a:t>Follow the methodology to analyze difficult scenario and taking ethical decisions discussed at the beginning of the tutorial, i.e. the brain storming phase followed by the analysis phase.</a:t>
            </a:r>
            <a:endParaRPr/>
          </a:p>
          <a:p>
            <a:pPr indent="0" lvl="0" marL="0" rtl="0" algn="just">
              <a:lnSpc>
                <a:spcPct val="150000"/>
              </a:lnSpc>
              <a:spcBef>
                <a:spcPts val="0"/>
              </a:spcBef>
              <a:spcAft>
                <a:spcPts val="0"/>
              </a:spcAft>
              <a:buSzPts val="1800"/>
              <a:buNone/>
            </a:pPr>
            <a:r>
              <a:t/>
            </a:r>
            <a:endParaRPr/>
          </a:p>
          <a:p>
            <a:pPr indent="-203200" lvl="0" marL="342900" marR="0" rtl="0" algn="just">
              <a:lnSpc>
                <a:spcPct val="150000"/>
              </a:lnSpc>
              <a:spcBef>
                <a:spcPts val="0"/>
              </a:spcBef>
              <a:spcAft>
                <a:spcPts val="0"/>
              </a:spcAft>
              <a:buClr>
                <a:schemeClr val="dk1"/>
              </a:buClr>
              <a:buSzPts val="2200"/>
              <a:buFont typeface="Calibri"/>
              <a:buNone/>
            </a:pPr>
            <a:r>
              <a:t/>
            </a:r>
            <a:endParaRPr/>
          </a:p>
        </p:txBody>
      </p:sp>
      <p:sp>
        <p:nvSpPr>
          <p:cNvPr id="74" name="Google Shape;74;p2"/>
          <p:cNvSpPr txBox="1"/>
          <p:nvPr>
            <p:ph type="title"/>
          </p:nvPr>
        </p:nvSpPr>
        <p:spPr>
          <a:xfrm>
            <a:off x="173564" y="250888"/>
            <a:ext cx="11180236" cy="1325563"/>
          </a:xfrm>
          <a:prstGeom prst="rect">
            <a:avLst/>
          </a:prstGeom>
          <a:noFill/>
          <a:ln>
            <a:noFill/>
          </a:ln>
        </p:spPr>
        <p:txBody>
          <a:bodyPr anchorCtr="0" anchor="b" bIns="45700" lIns="91425" spcFirstLastPara="1" rIns="91425" wrap="square" tIns="45700">
            <a:noAutofit/>
          </a:bodyPr>
          <a:lstStyle/>
          <a:p>
            <a:pPr indent="0" lvl="0" marL="0" rtl="0" algn="l">
              <a:lnSpc>
                <a:spcPct val="90000"/>
              </a:lnSpc>
              <a:spcBef>
                <a:spcPts val="0"/>
              </a:spcBef>
              <a:spcAft>
                <a:spcPts val="0"/>
              </a:spcAft>
              <a:buClr>
                <a:srgbClr val="1F3864"/>
              </a:buClr>
              <a:buSzPts val="3960"/>
              <a:buFont typeface="Calibri"/>
              <a:buNone/>
            </a:pPr>
            <a:r>
              <a:rPr lang="en-US" sz="3659"/>
              <a:t>Question Regarding the methodology to analyze difficult scenarios in professional context: (10-15 marks)</a:t>
            </a:r>
            <a:endParaRPr sz="3659"/>
          </a:p>
        </p:txBody>
      </p:sp>
      <p:sp>
        <p:nvSpPr>
          <p:cNvPr id="75" name="Google Shape;75;p2"/>
          <p:cNvSpPr txBox="1"/>
          <p:nvPr>
            <p:ph idx="10" type="dt"/>
          </p:nvPr>
        </p:nvSpPr>
        <p:spPr>
          <a:xfrm>
            <a:off x="9155017" y="6366984"/>
            <a:ext cx="1342467" cy="365125"/>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a:t>September 2, 2020</a:t>
            </a:r>
            <a:endParaRPr/>
          </a:p>
        </p:txBody>
      </p:sp>
      <p:sp>
        <p:nvSpPr>
          <p:cNvPr id="76" name="Google Shape;76;p2"/>
          <p:cNvSpPr txBox="1"/>
          <p:nvPr>
            <p:ph idx="11" type="ftr"/>
          </p:nvPr>
        </p:nvSpPr>
        <p:spPr>
          <a:xfrm>
            <a:off x="3170317" y="6356350"/>
            <a:ext cx="5731974"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 kindly go to 'INSERT &gt; Header &amp; Footer' to change these options.</a:t>
            </a:r>
            <a:endParaRPr/>
          </a:p>
        </p:txBody>
      </p:sp>
      <p:sp>
        <p:nvSpPr>
          <p:cNvPr id="77" name="Google Shape;77;p2"/>
          <p:cNvSpPr txBox="1"/>
          <p:nvPr>
            <p:ph idx="12" type="sldNum"/>
          </p:nvPr>
        </p:nvSpPr>
        <p:spPr>
          <a:xfrm>
            <a:off x="10668000" y="6356350"/>
            <a:ext cx="685799"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r>
              <a:rPr lang="en-US"/>
              <a:t>|   </a:t>
            </a: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sp>
        <p:nvSpPr>
          <p:cNvPr id="82" name="Google Shape;82;p3"/>
          <p:cNvSpPr txBox="1"/>
          <p:nvPr>
            <p:ph idx="1" type="body"/>
          </p:nvPr>
        </p:nvSpPr>
        <p:spPr>
          <a:xfrm>
            <a:off x="178205" y="1727383"/>
            <a:ext cx="11175595" cy="4492441"/>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50000"/>
              </a:lnSpc>
              <a:spcBef>
                <a:spcPts val="0"/>
              </a:spcBef>
              <a:spcAft>
                <a:spcPts val="0"/>
              </a:spcAft>
              <a:buClr>
                <a:schemeClr val="dk1"/>
              </a:buClr>
              <a:buSzPts val="1800"/>
              <a:buFont typeface="Calibri"/>
              <a:buAutoNum type="arabicPeriod" startAt="3"/>
            </a:pPr>
            <a:r>
              <a:rPr lang="en-US" sz="1800">
                <a:latin typeface="Calibri"/>
                <a:ea typeface="Calibri"/>
                <a:cs typeface="Calibri"/>
                <a:sym typeface="Calibri"/>
              </a:rPr>
              <a:t>A factory manager has hired your company to develop and install a surveillance system in the factory. The system includes cameras small enough not to be noticed. Supervisors and security personnel can view images in real time on monitors in a control room. The system will store video. The factory manager says the purposes are to watch for safety problems and for theft of materials by workers. What issues, specifications, and policies will you discuss with the manager? Would you set any conditions on taking the job? </a:t>
            </a:r>
            <a:endParaRPr sz="1800">
              <a:latin typeface="Calibri"/>
              <a:ea typeface="Calibri"/>
              <a:cs typeface="Calibri"/>
              <a:sym typeface="Calibri"/>
            </a:endParaRPr>
          </a:p>
          <a:p>
            <a:pPr indent="0" lvl="0" marL="457200" marR="0" rtl="0" algn="just">
              <a:lnSpc>
                <a:spcPct val="150000"/>
              </a:lnSpc>
              <a:spcBef>
                <a:spcPts val="0"/>
              </a:spcBef>
              <a:spcAft>
                <a:spcPts val="0"/>
              </a:spcAft>
              <a:buNone/>
            </a:pPr>
            <a:r>
              <a:t/>
            </a:r>
            <a:endParaRPr/>
          </a:p>
          <a:p>
            <a:pPr indent="-342900" lvl="0" marL="342900" marR="0" rtl="0" algn="just">
              <a:lnSpc>
                <a:spcPct val="150000"/>
              </a:lnSpc>
              <a:spcBef>
                <a:spcPts val="0"/>
              </a:spcBef>
              <a:spcAft>
                <a:spcPts val="0"/>
              </a:spcAft>
              <a:buClr>
                <a:schemeClr val="dk1"/>
              </a:buClr>
              <a:buSzPts val="1800"/>
              <a:buFont typeface="Calibri"/>
              <a:buAutoNum type="arabicPeriod" startAt="3"/>
            </a:pPr>
            <a:r>
              <a:rPr lang="en-US" sz="1800">
                <a:latin typeface="Calibri"/>
                <a:ea typeface="Calibri"/>
                <a:cs typeface="Calibri"/>
                <a:sym typeface="Calibri"/>
              </a:rPr>
              <a:t>You are the president of a small computer game company. Your company has just bought another small game company that was developing three new games. You find that one is complete and ready to sell. It is very violent and demeaning to women. It would probably sell a million copies. You have to decide what to do with the game. Give some options, and give arguments for and against them. What will you do? </a:t>
            </a:r>
            <a:r>
              <a:rPr lang="en-US"/>
              <a:t>Justify</a:t>
            </a:r>
            <a:r>
              <a:rPr lang="en-US" sz="1800">
                <a:latin typeface="Calibri"/>
                <a:ea typeface="Calibri"/>
                <a:cs typeface="Calibri"/>
                <a:sym typeface="Calibri"/>
              </a:rPr>
              <a:t>?</a:t>
            </a:r>
            <a:endParaRPr/>
          </a:p>
          <a:p>
            <a:pPr indent="0" lvl="0" marL="0" marR="0" rtl="0" algn="just">
              <a:lnSpc>
                <a:spcPct val="150000"/>
              </a:lnSpc>
              <a:spcBef>
                <a:spcPts val="0"/>
              </a:spcBef>
              <a:spcAft>
                <a:spcPts val="0"/>
              </a:spcAft>
              <a:buClr>
                <a:schemeClr val="dk1"/>
              </a:buClr>
              <a:buSzPts val="1800"/>
              <a:buNone/>
            </a:pPr>
            <a:r>
              <a:t/>
            </a:r>
            <a:endParaRPr/>
          </a:p>
        </p:txBody>
      </p:sp>
      <p:sp>
        <p:nvSpPr>
          <p:cNvPr id="83" name="Google Shape;83;p3"/>
          <p:cNvSpPr txBox="1"/>
          <p:nvPr>
            <p:ph type="title"/>
          </p:nvPr>
        </p:nvSpPr>
        <p:spPr>
          <a:xfrm>
            <a:off x="173564" y="479488"/>
            <a:ext cx="11180100" cy="1325700"/>
          </a:xfrm>
          <a:prstGeom prst="rect">
            <a:avLst/>
          </a:prstGeom>
          <a:noFill/>
          <a:ln>
            <a:noFill/>
          </a:ln>
        </p:spPr>
        <p:txBody>
          <a:bodyPr anchorCtr="0" anchor="b" bIns="45700" lIns="91425" spcFirstLastPara="1" rIns="91425" wrap="square" tIns="45700">
            <a:normAutofit fontScale="90000"/>
          </a:bodyPr>
          <a:lstStyle/>
          <a:p>
            <a:pPr indent="0" lvl="0" marL="0" rtl="0" algn="l">
              <a:lnSpc>
                <a:spcPct val="90000"/>
              </a:lnSpc>
              <a:spcBef>
                <a:spcPts val="0"/>
              </a:spcBef>
              <a:spcAft>
                <a:spcPts val="0"/>
              </a:spcAft>
              <a:buClr>
                <a:srgbClr val="1F3864"/>
              </a:buClr>
              <a:buSzPct val="108196"/>
              <a:buFont typeface="Calibri"/>
              <a:buNone/>
            </a:pPr>
            <a:r>
              <a:t/>
            </a:r>
            <a:endParaRPr sz="3659"/>
          </a:p>
          <a:p>
            <a:pPr indent="0" lvl="0" marL="0" rtl="0" algn="l">
              <a:lnSpc>
                <a:spcPct val="90000"/>
              </a:lnSpc>
              <a:spcBef>
                <a:spcPts val="0"/>
              </a:spcBef>
              <a:spcAft>
                <a:spcPts val="0"/>
              </a:spcAft>
              <a:buClr>
                <a:schemeClr val="dk1"/>
              </a:buClr>
              <a:buSzPct val="30054"/>
              <a:buFont typeface="Arial"/>
              <a:buNone/>
            </a:pPr>
            <a:r>
              <a:rPr lang="en-US" sz="3659"/>
              <a:t>Question Regarding the methodology to analyze difficult scenarios in professional context: (10-15 marks)</a:t>
            </a:r>
            <a:endParaRPr sz="3659"/>
          </a:p>
          <a:p>
            <a:pPr indent="0" lvl="0" marL="0" rtl="0" algn="l">
              <a:lnSpc>
                <a:spcPct val="90000"/>
              </a:lnSpc>
              <a:spcBef>
                <a:spcPts val="0"/>
              </a:spcBef>
              <a:spcAft>
                <a:spcPts val="0"/>
              </a:spcAft>
              <a:buClr>
                <a:srgbClr val="1F3864"/>
              </a:buClr>
              <a:buSzPct val="100000"/>
              <a:buFont typeface="Calibri"/>
              <a:buNone/>
            </a:pPr>
            <a:r>
              <a:t/>
            </a:r>
            <a:endParaRPr/>
          </a:p>
        </p:txBody>
      </p:sp>
      <p:sp>
        <p:nvSpPr>
          <p:cNvPr id="84" name="Google Shape;84;p3"/>
          <p:cNvSpPr txBox="1"/>
          <p:nvPr>
            <p:ph idx="10" type="dt"/>
          </p:nvPr>
        </p:nvSpPr>
        <p:spPr>
          <a:xfrm>
            <a:off x="9155017" y="6366984"/>
            <a:ext cx="1342467" cy="365125"/>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a:t>September 2, 2020</a:t>
            </a:r>
            <a:endParaRPr/>
          </a:p>
        </p:txBody>
      </p:sp>
      <p:sp>
        <p:nvSpPr>
          <p:cNvPr id="85" name="Google Shape;85;p3"/>
          <p:cNvSpPr txBox="1"/>
          <p:nvPr>
            <p:ph idx="11" type="ftr"/>
          </p:nvPr>
        </p:nvSpPr>
        <p:spPr>
          <a:xfrm>
            <a:off x="3170317" y="6356350"/>
            <a:ext cx="5731974"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 kindly go to 'INSERT &gt; Header &amp; Footer' to change these options.</a:t>
            </a:r>
            <a:endParaRPr/>
          </a:p>
        </p:txBody>
      </p:sp>
      <p:sp>
        <p:nvSpPr>
          <p:cNvPr id="86" name="Google Shape;86;p3"/>
          <p:cNvSpPr txBox="1"/>
          <p:nvPr>
            <p:ph idx="12" type="sldNum"/>
          </p:nvPr>
        </p:nvSpPr>
        <p:spPr>
          <a:xfrm>
            <a:off x="10668000" y="6356350"/>
            <a:ext cx="685799"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r>
              <a:rPr lang="en-US"/>
              <a:t>|   </a:t>
            </a: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2020-07-29T02:48:43Z</dcterms:created>
  <dc:creator>Akchayat Bikram Joshi</dc:creator>
</cp:coreProperties>
</file>